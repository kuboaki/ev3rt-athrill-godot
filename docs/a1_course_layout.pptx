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32399288" cy="25199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9"/>
    <p:restoredTop sz="94643"/>
  </p:normalViewPr>
  <p:slideViewPr>
    <p:cSldViewPr snapToGrid="0">
      <p:cViewPr>
        <p:scale>
          <a:sx n="95" d="100"/>
          <a:sy n="95" d="100"/>
        </p:scale>
        <p:origin x="144" y="-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00113" cy="900113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4124164"/>
            <a:ext cx="27539395" cy="8773325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13235822"/>
            <a:ext cx="24299466" cy="6084159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525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76862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6282501"/>
            <a:ext cx="27944386" cy="10482488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16864157"/>
            <a:ext cx="27944386" cy="5512493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82000"/>
                  </a:schemeClr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14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6708326"/>
            <a:ext cx="13769697" cy="1598915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6708326"/>
            <a:ext cx="13769697" cy="1598915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16054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341671"/>
            <a:ext cx="27944386" cy="487083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6177496"/>
            <a:ext cx="13706415" cy="3027495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9204991"/>
            <a:ext cx="13706415" cy="135391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6177496"/>
            <a:ext cx="13773917" cy="3027495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9204991"/>
            <a:ext cx="13773917" cy="1353915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190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2562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19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679998"/>
            <a:ext cx="10449614" cy="5879994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3628335"/>
            <a:ext cx="16402140" cy="17908316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7559993"/>
            <a:ext cx="10449614" cy="14005821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9569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679998"/>
            <a:ext cx="10449614" cy="5879994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3628335"/>
            <a:ext cx="16402140" cy="17908316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7559993"/>
            <a:ext cx="10449614" cy="14005821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6668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6893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1341665"/>
            <a:ext cx="6986096" cy="21355814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1341665"/>
            <a:ext cx="20553298" cy="21355814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6423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1341671"/>
            <a:ext cx="27944386" cy="48708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6708326"/>
            <a:ext cx="27944386" cy="15989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23356649"/>
            <a:ext cx="728984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C65EF0-2E7B-4047-B95B-8A1ED9DB78AD}" type="datetimeFigureOut">
              <a:rPr kumimoji="1" lang="ja-JP" altLang="en-US" smtClean="0"/>
              <a:t>2026/8/9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23356649"/>
            <a:ext cx="1093476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23356649"/>
            <a:ext cx="7289840" cy="13416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32118A-639C-FD4B-BFBE-B10E535AE90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15358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kumimoji="1"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kumimoji="1"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kumimoji="1"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A92508-0176-F240-F195-412575AE72F8}"/>
              </a:ext>
            </a:extLst>
          </p:cNvPr>
          <p:cNvSpPr/>
          <p:nvPr/>
        </p:nvSpPr>
        <p:spPr>
          <a:xfrm>
            <a:off x="1061644" y="1877270"/>
            <a:ext cx="30275999" cy="2138400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B413546A-C036-BC76-0258-18A24E495116}"/>
              </a:ext>
            </a:extLst>
          </p:cNvPr>
          <p:cNvCxnSpPr>
            <a:cxnSpLocks/>
          </p:cNvCxnSpPr>
          <p:nvPr/>
        </p:nvCxnSpPr>
        <p:spPr>
          <a:xfrm>
            <a:off x="10799644" y="5003312"/>
            <a:ext cx="10800000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77A9C9B-B29B-A087-FB95-99A197F0045E}"/>
              </a:ext>
            </a:extLst>
          </p:cNvPr>
          <p:cNvSpPr txBox="1"/>
          <p:nvPr/>
        </p:nvSpPr>
        <p:spPr>
          <a:xfrm>
            <a:off x="14725952" y="4614147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30cm</a:t>
            </a:r>
            <a:endParaRPr kumimoji="1" lang="ja-JP" altLang="en-US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5908375D-26D8-6029-AAA5-B471B9851E7A}"/>
              </a:ext>
            </a:extLst>
          </p:cNvPr>
          <p:cNvCxnSpPr>
            <a:cxnSpLocks/>
          </p:cNvCxnSpPr>
          <p:nvPr/>
        </p:nvCxnSpPr>
        <p:spPr>
          <a:xfrm flipV="1">
            <a:off x="27646450" y="10907987"/>
            <a:ext cx="0" cy="338400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F8445017-9481-2E66-44C4-A34516C26EE4}"/>
              </a:ext>
            </a:extLst>
          </p:cNvPr>
          <p:cNvSpPr txBox="1"/>
          <p:nvPr/>
        </p:nvSpPr>
        <p:spPr>
          <a:xfrm>
            <a:off x="27739778" y="12470332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9.4cm</a:t>
            </a:r>
            <a:endParaRPr kumimoji="1" lang="ja-JP" altLang="en-US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67CD967-3DF7-8CFB-25A5-070E0F76C73B}"/>
              </a:ext>
            </a:extLst>
          </p:cNvPr>
          <p:cNvSpPr txBox="1"/>
          <p:nvPr/>
        </p:nvSpPr>
        <p:spPr>
          <a:xfrm>
            <a:off x="14544290" y="13178334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61.6cm</a:t>
            </a:r>
            <a:endParaRPr kumimoji="1" lang="ja-JP" altLang="en-US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BBBA1FB-7BD0-42B7-E52F-D5920E5BC82A}"/>
              </a:ext>
            </a:extLst>
          </p:cNvPr>
          <p:cNvSpPr txBox="1"/>
          <p:nvPr/>
        </p:nvSpPr>
        <p:spPr>
          <a:xfrm>
            <a:off x="12980884" y="15308158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41.0cm</a:t>
            </a:r>
            <a:endParaRPr kumimoji="1" lang="ja-JP" altLang="en-US"/>
          </a:p>
        </p:txBody>
      </p:sp>
      <p:cxnSp>
        <p:nvCxnSpPr>
          <p:cNvPr id="33" name="直線矢印コネクタ 32">
            <a:extLst>
              <a:ext uri="{FF2B5EF4-FFF2-40B4-BE49-F238E27FC236}">
                <a16:creationId xmlns:a16="http://schemas.microsoft.com/office/drawing/2014/main" id="{359FB3F4-0517-1BDE-E11C-A77973D960B8}"/>
              </a:ext>
            </a:extLst>
          </p:cNvPr>
          <p:cNvCxnSpPr>
            <a:cxnSpLocks/>
            <a:stCxn id="4" idx="2"/>
            <a:endCxn id="4" idx="0"/>
          </p:cNvCxnSpPr>
          <p:nvPr/>
        </p:nvCxnSpPr>
        <p:spPr>
          <a:xfrm flipV="1">
            <a:off x="16199644" y="1877270"/>
            <a:ext cx="0" cy="2138400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67A5BE59-E5BE-77E3-6759-29F643C7D880}"/>
              </a:ext>
            </a:extLst>
          </p:cNvPr>
          <p:cNvCxnSpPr>
            <a:cxnSpLocks/>
            <a:stCxn id="4" idx="3"/>
            <a:endCxn id="4" idx="1"/>
          </p:cNvCxnSpPr>
          <p:nvPr/>
        </p:nvCxnSpPr>
        <p:spPr>
          <a:xfrm flipH="1">
            <a:off x="1061644" y="12569270"/>
            <a:ext cx="30275999" cy="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2020E6E9-9AAD-94C6-B7FB-EA08DC038C65}"/>
              </a:ext>
            </a:extLst>
          </p:cNvPr>
          <p:cNvSpPr txBox="1"/>
          <p:nvPr/>
        </p:nvSpPr>
        <p:spPr>
          <a:xfrm>
            <a:off x="16278143" y="2528191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59.4cm</a:t>
            </a:r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6CF3A5A4-85B8-C25A-5716-BFFC9DE17F7A}"/>
              </a:ext>
            </a:extLst>
          </p:cNvPr>
          <p:cNvSpPr txBox="1"/>
          <p:nvPr/>
        </p:nvSpPr>
        <p:spPr>
          <a:xfrm>
            <a:off x="1251459" y="12101000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84.1cm</a:t>
            </a:r>
            <a:endParaRPr kumimoji="1" lang="ja-JP" altLang="en-US"/>
          </a:p>
        </p:txBody>
      </p:sp>
      <p:grpSp>
        <p:nvGrpSpPr>
          <p:cNvPr id="45" name="グループ化 44">
            <a:extLst>
              <a:ext uri="{FF2B5EF4-FFF2-40B4-BE49-F238E27FC236}">
                <a16:creationId xmlns:a16="http://schemas.microsoft.com/office/drawing/2014/main" id="{8F320FED-9D2A-3510-64FC-B825DC591D35}"/>
              </a:ext>
            </a:extLst>
          </p:cNvPr>
          <p:cNvGrpSpPr/>
          <p:nvPr/>
        </p:nvGrpSpPr>
        <p:grpSpPr>
          <a:xfrm>
            <a:off x="5583330" y="5690677"/>
            <a:ext cx="21232629" cy="13818621"/>
            <a:chOff x="5582018" y="5651986"/>
            <a:chExt cx="21232629" cy="13818621"/>
          </a:xfrm>
        </p:grpSpPr>
        <p:cxnSp>
          <p:nvCxnSpPr>
            <p:cNvPr id="6" name="直線コネクタ 5">
              <a:extLst>
                <a:ext uri="{FF2B5EF4-FFF2-40B4-BE49-F238E27FC236}">
                  <a16:creationId xmlns:a16="http://schemas.microsoft.com/office/drawing/2014/main" id="{843178A5-383C-FF8F-5721-2EF25D5B1E7F}"/>
                </a:ext>
              </a:extLst>
            </p:cNvPr>
            <p:cNvCxnSpPr>
              <a:cxnSpLocks/>
            </p:cNvCxnSpPr>
            <p:nvPr/>
          </p:nvCxnSpPr>
          <p:spPr>
            <a:xfrm>
              <a:off x="10799644" y="19470607"/>
              <a:ext cx="10800000" cy="0"/>
            </a:xfrm>
            <a:prstGeom prst="line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円弧 6">
              <a:extLst>
                <a:ext uri="{FF2B5EF4-FFF2-40B4-BE49-F238E27FC236}">
                  <a16:creationId xmlns:a16="http://schemas.microsoft.com/office/drawing/2014/main" id="{91A98EAB-FF43-84D6-067B-C1009C9CBEBF}"/>
                </a:ext>
              </a:extLst>
            </p:cNvPr>
            <p:cNvSpPr/>
            <p:nvPr/>
          </p:nvSpPr>
          <p:spPr>
            <a:xfrm>
              <a:off x="16374647" y="5651986"/>
              <a:ext cx="10440000" cy="10440000"/>
            </a:xfrm>
            <a:prstGeom prst="arc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AB1AF129-CF1D-E761-22C9-3532036480CE}"/>
                </a:ext>
              </a:extLst>
            </p:cNvPr>
            <p:cNvCxnSpPr>
              <a:cxnSpLocks/>
            </p:cNvCxnSpPr>
            <p:nvPr/>
          </p:nvCxnSpPr>
          <p:spPr>
            <a:xfrm>
              <a:off x="10799644" y="5651988"/>
              <a:ext cx="10800000" cy="0"/>
            </a:xfrm>
            <a:prstGeom prst="line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コネクタ 13">
              <a:extLst>
                <a:ext uri="{FF2B5EF4-FFF2-40B4-BE49-F238E27FC236}">
                  <a16:creationId xmlns:a16="http://schemas.microsoft.com/office/drawing/2014/main" id="{6166D26C-F924-617D-94BB-F646C228DB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582018" y="10864429"/>
              <a:ext cx="0" cy="3384000"/>
            </a:xfrm>
            <a:prstGeom prst="line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線コネクタ 40">
              <a:extLst>
                <a:ext uri="{FF2B5EF4-FFF2-40B4-BE49-F238E27FC236}">
                  <a16:creationId xmlns:a16="http://schemas.microsoft.com/office/drawing/2014/main" id="{D1388E5B-7332-FE85-7F6B-1D220216ED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14647" y="10866989"/>
              <a:ext cx="0" cy="3384000"/>
            </a:xfrm>
            <a:prstGeom prst="line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円弧 41">
              <a:extLst>
                <a:ext uri="{FF2B5EF4-FFF2-40B4-BE49-F238E27FC236}">
                  <a16:creationId xmlns:a16="http://schemas.microsoft.com/office/drawing/2014/main" id="{7E583919-6BE5-82A7-3E5C-5444DE880C21}"/>
                </a:ext>
              </a:extLst>
            </p:cNvPr>
            <p:cNvSpPr/>
            <p:nvPr/>
          </p:nvSpPr>
          <p:spPr>
            <a:xfrm flipH="1">
              <a:off x="5582018" y="5651986"/>
              <a:ext cx="10440000" cy="10440000"/>
            </a:xfrm>
            <a:prstGeom prst="arc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弧 42">
              <a:extLst>
                <a:ext uri="{FF2B5EF4-FFF2-40B4-BE49-F238E27FC236}">
                  <a16:creationId xmlns:a16="http://schemas.microsoft.com/office/drawing/2014/main" id="{1EC0F29C-7E3A-EE0E-2CC0-8F28CDBE7BB3}"/>
                </a:ext>
              </a:extLst>
            </p:cNvPr>
            <p:cNvSpPr/>
            <p:nvPr/>
          </p:nvSpPr>
          <p:spPr>
            <a:xfrm flipV="1">
              <a:off x="16369713" y="9030607"/>
              <a:ext cx="10440000" cy="10440000"/>
            </a:xfrm>
            <a:prstGeom prst="arc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弧 43">
              <a:extLst>
                <a:ext uri="{FF2B5EF4-FFF2-40B4-BE49-F238E27FC236}">
                  <a16:creationId xmlns:a16="http://schemas.microsoft.com/office/drawing/2014/main" id="{F65A4ACC-4BE4-C51D-F772-0B9532C55A53}"/>
                </a:ext>
              </a:extLst>
            </p:cNvPr>
            <p:cNvSpPr/>
            <p:nvPr/>
          </p:nvSpPr>
          <p:spPr>
            <a:xfrm flipH="1" flipV="1">
              <a:off x="5584392" y="9030607"/>
              <a:ext cx="10440000" cy="10440000"/>
            </a:xfrm>
            <a:prstGeom prst="arc">
              <a:avLst/>
            </a:prstGeom>
            <a:ln w="93599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11796EEF-040F-281E-23A7-C5B33A9881C9}"/>
              </a:ext>
            </a:extLst>
          </p:cNvPr>
          <p:cNvCxnSpPr>
            <a:cxnSpLocks/>
          </p:cNvCxnSpPr>
          <p:nvPr/>
        </p:nvCxnSpPr>
        <p:spPr>
          <a:xfrm flipV="1">
            <a:off x="21616759" y="5690676"/>
            <a:ext cx="0" cy="522000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C8469328-886E-82E2-A22F-C82A3996E54D}"/>
              </a:ext>
            </a:extLst>
          </p:cNvPr>
          <p:cNvCxnSpPr>
            <a:cxnSpLocks/>
          </p:cNvCxnSpPr>
          <p:nvPr/>
        </p:nvCxnSpPr>
        <p:spPr>
          <a:xfrm>
            <a:off x="5126639" y="13512271"/>
            <a:ext cx="22090208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4C8A09D-5640-BC07-8473-FF5D5F657690}"/>
              </a:ext>
            </a:extLst>
          </p:cNvPr>
          <p:cNvCxnSpPr>
            <a:cxnSpLocks/>
          </p:cNvCxnSpPr>
          <p:nvPr/>
        </p:nvCxnSpPr>
        <p:spPr>
          <a:xfrm flipV="1">
            <a:off x="12980884" y="5220998"/>
            <a:ext cx="0" cy="14747884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015A674F-E030-5D94-6FED-2F885273C664}"/>
              </a:ext>
            </a:extLst>
          </p:cNvPr>
          <p:cNvCxnSpPr>
            <a:cxnSpLocks/>
          </p:cNvCxnSpPr>
          <p:nvPr/>
        </p:nvCxnSpPr>
        <p:spPr>
          <a:xfrm>
            <a:off x="21591025" y="10903120"/>
            <a:ext cx="5220000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55A24B8-5095-7EFB-A881-9FDB756457BB}"/>
              </a:ext>
            </a:extLst>
          </p:cNvPr>
          <p:cNvSpPr txBox="1"/>
          <p:nvPr/>
        </p:nvSpPr>
        <p:spPr>
          <a:xfrm>
            <a:off x="21656742" y="8651137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14.5cm</a:t>
            </a:r>
            <a:endParaRPr kumimoji="1"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5F86EDED-0977-DEA4-4933-BAE9642DABD9}"/>
              </a:ext>
            </a:extLst>
          </p:cNvPr>
          <p:cNvSpPr txBox="1"/>
          <p:nvPr/>
        </p:nvSpPr>
        <p:spPr>
          <a:xfrm>
            <a:off x="23348197" y="10477222"/>
            <a:ext cx="939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14.5cm</a:t>
            </a:r>
            <a:endParaRPr kumimoji="1" lang="ja-JP" altLang="en-US"/>
          </a:p>
        </p:txBody>
      </p: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1290BDDB-99FA-613B-B98C-97C1E8E79175}"/>
              </a:ext>
            </a:extLst>
          </p:cNvPr>
          <p:cNvCxnSpPr>
            <a:cxnSpLocks/>
          </p:cNvCxnSpPr>
          <p:nvPr/>
        </p:nvCxnSpPr>
        <p:spPr>
          <a:xfrm flipV="1">
            <a:off x="18775874" y="19041035"/>
            <a:ext cx="0" cy="93600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CC0D1BD5-DE3C-577F-95CB-2C7BAA9FE85C}"/>
              </a:ext>
            </a:extLst>
          </p:cNvPr>
          <p:cNvSpPr txBox="1"/>
          <p:nvPr/>
        </p:nvSpPr>
        <p:spPr>
          <a:xfrm>
            <a:off x="18836338" y="18575192"/>
            <a:ext cx="8162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2.6cm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9236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</TotalTime>
  <Words>9</Words>
  <Application>Microsoft Macintosh PowerPoint</Application>
  <PresentationFormat>ユーザー設定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Kuboaki Shin</dc:creator>
  <cp:lastModifiedBy>Kuboaki Shin</cp:lastModifiedBy>
  <cp:revision>2</cp:revision>
  <dcterms:created xsi:type="dcterms:W3CDTF">2026-08-09T14:02:17Z</dcterms:created>
  <dcterms:modified xsi:type="dcterms:W3CDTF">2026-08-09T15:45:52Z</dcterms:modified>
</cp:coreProperties>
</file>