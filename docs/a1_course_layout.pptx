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32399288" cy="25199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640"/>
  </p:normalViewPr>
  <p:slideViewPr>
    <p:cSldViewPr snapToGrid="0">
      <p:cViewPr varScale="1">
        <p:scale>
          <a:sx n="90" d="100"/>
          <a:sy n="90" d="100"/>
        </p:scale>
        <p:origin x="58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900113" cy="900113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29947" y="4124164"/>
            <a:ext cx="27539395" cy="8773325"/>
          </a:xfrm>
        </p:spPr>
        <p:txBody>
          <a:bodyPr anchor="b"/>
          <a:lstStyle>
            <a:lvl1pPr algn="ctr">
              <a:defRPr sz="2125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049911" y="13235822"/>
            <a:ext cx="24299466" cy="6084159"/>
          </a:xfrm>
        </p:spPr>
        <p:txBody>
          <a:bodyPr/>
          <a:lstStyle>
            <a:lvl1pPr marL="0" indent="0" algn="ctr">
              <a:buNone/>
              <a:defRPr sz="8504"/>
            </a:lvl1pPr>
            <a:lvl2pPr marL="1619951" indent="0" algn="ctr">
              <a:buNone/>
              <a:defRPr sz="7086"/>
            </a:lvl2pPr>
            <a:lvl3pPr marL="3239902" indent="0" algn="ctr">
              <a:buNone/>
              <a:defRPr sz="6378"/>
            </a:lvl3pPr>
            <a:lvl4pPr marL="4859853" indent="0" algn="ctr">
              <a:buNone/>
              <a:defRPr sz="5669"/>
            </a:lvl4pPr>
            <a:lvl5pPr marL="6479804" indent="0" algn="ctr">
              <a:buNone/>
              <a:defRPr sz="5669"/>
            </a:lvl5pPr>
            <a:lvl6pPr marL="8099755" indent="0" algn="ctr">
              <a:buNone/>
              <a:defRPr sz="5669"/>
            </a:lvl6pPr>
            <a:lvl7pPr marL="9719706" indent="0" algn="ctr">
              <a:buNone/>
              <a:defRPr sz="5669"/>
            </a:lvl7pPr>
            <a:lvl8pPr marL="11339657" indent="0" algn="ctr">
              <a:buNone/>
              <a:defRPr sz="5669"/>
            </a:lvl8pPr>
            <a:lvl9pPr marL="12959608" indent="0" algn="ctr">
              <a:buNone/>
              <a:defRPr sz="5669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5252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68625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10578" y="6282501"/>
            <a:ext cx="27944386" cy="10482488"/>
          </a:xfrm>
        </p:spPr>
        <p:txBody>
          <a:bodyPr anchor="b"/>
          <a:lstStyle>
            <a:lvl1pPr>
              <a:defRPr sz="2125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10578" y="16864157"/>
            <a:ext cx="27944386" cy="5512493"/>
          </a:xfrm>
        </p:spPr>
        <p:txBody>
          <a:bodyPr/>
          <a:lstStyle>
            <a:lvl1pPr marL="0" indent="0">
              <a:buNone/>
              <a:defRPr sz="8504">
                <a:solidFill>
                  <a:schemeClr val="tx1">
                    <a:tint val="82000"/>
                  </a:schemeClr>
                </a:solidFill>
              </a:defRPr>
            </a:lvl1pPr>
            <a:lvl2pPr marL="1619951" indent="0">
              <a:buNone/>
              <a:defRPr sz="7086">
                <a:solidFill>
                  <a:schemeClr val="tx1">
                    <a:tint val="82000"/>
                  </a:schemeClr>
                </a:solidFill>
              </a:defRPr>
            </a:lvl2pPr>
            <a:lvl3pPr marL="3239902" indent="0">
              <a:buNone/>
              <a:defRPr sz="6378">
                <a:solidFill>
                  <a:schemeClr val="tx1">
                    <a:tint val="82000"/>
                  </a:schemeClr>
                </a:solidFill>
              </a:defRPr>
            </a:lvl3pPr>
            <a:lvl4pPr marL="4859853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4pPr>
            <a:lvl5pPr marL="6479804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5pPr>
            <a:lvl6pPr marL="8099755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6pPr>
            <a:lvl7pPr marL="9719706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7pPr>
            <a:lvl8pPr marL="11339657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8pPr>
            <a:lvl9pPr marL="12959608" indent="0">
              <a:buNone/>
              <a:defRPr sz="566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2149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227451" y="6708326"/>
            <a:ext cx="13769697" cy="1598915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02140" y="6708326"/>
            <a:ext cx="13769697" cy="15989153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60541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341671"/>
            <a:ext cx="27944386" cy="4870830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675" y="6177496"/>
            <a:ext cx="13706415" cy="3027495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31675" y="9204991"/>
            <a:ext cx="13706415" cy="1353915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402142" y="6177496"/>
            <a:ext cx="13773917" cy="3027495"/>
          </a:xfrm>
        </p:spPr>
        <p:txBody>
          <a:bodyPr anchor="b"/>
          <a:lstStyle>
            <a:lvl1pPr marL="0" indent="0">
              <a:buNone/>
              <a:defRPr sz="8504" b="1"/>
            </a:lvl1pPr>
            <a:lvl2pPr marL="1619951" indent="0">
              <a:buNone/>
              <a:defRPr sz="7086" b="1"/>
            </a:lvl2pPr>
            <a:lvl3pPr marL="3239902" indent="0">
              <a:buNone/>
              <a:defRPr sz="6378" b="1"/>
            </a:lvl3pPr>
            <a:lvl4pPr marL="4859853" indent="0">
              <a:buNone/>
              <a:defRPr sz="5669" b="1"/>
            </a:lvl4pPr>
            <a:lvl5pPr marL="6479804" indent="0">
              <a:buNone/>
              <a:defRPr sz="5669" b="1"/>
            </a:lvl5pPr>
            <a:lvl6pPr marL="8099755" indent="0">
              <a:buNone/>
              <a:defRPr sz="5669" b="1"/>
            </a:lvl6pPr>
            <a:lvl7pPr marL="9719706" indent="0">
              <a:buNone/>
              <a:defRPr sz="5669" b="1"/>
            </a:lvl7pPr>
            <a:lvl8pPr marL="11339657" indent="0">
              <a:buNone/>
              <a:defRPr sz="5669" b="1"/>
            </a:lvl8pPr>
            <a:lvl9pPr marL="12959608" indent="0">
              <a:buNone/>
              <a:defRPr sz="5669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402142" y="9204991"/>
            <a:ext cx="13773917" cy="1353915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1907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25626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7197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679998"/>
            <a:ext cx="10449614" cy="5879994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73917" y="3628335"/>
            <a:ext cx="16402140" cy="17908316"/>
          </a:xfrm>
        </p:spPr>
        <p:txBody>
          <a:bodyPr/>
          <a:lstStyle>
            <a:lvl1pPr>
              <a:defRPr sz="11338"/>
            </a:lvl1pPr>
            <a:lvl2pPr>
              <a:defRPr sz="9921"/>
            </a:lvl2pPr>
            <a:lvl3pPr>
              <a:defRPr sz="8504"/>
            </a:lvl3pPr>
            <a:lvl4pPr>
              <a:defRPr sz="7086"/>
            </a:lvl4pPr>
            <a:lvl5pPr>
              <a:defRPr sz="7086"/>
            </a:lvl5pPr>
            <a:lvl6pPr>
              <a:defRPr sz="7086"/>
            </a:lvl6pPr>
            <a:lvl7pPr>
              <a:defRPr sz="7086"/>
            </a:lvl7pPr>
            <a:lvl8pPr>
              <a:defRPr sz="7086"/>
            </a:lvl8pPr>
            <a:lvl9pPr>
              <a:defRPr sz="70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559993"/>
            <a:ext cx="10449614" cy="14005821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95695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31671" y="1679998"/>
            <a:ext cx="10449614" cy="5879994"/>
          </a:xfrm>
        </p:spPr>
        <p:txBody>
          <a:bodyPr anchor="b"/>
          <a:lstStyle>
            <a:lvl1pPr>
              <a:defRPr sz="1133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73917" y="3628335"/>
            <a:ext cx="16402140" cy="17908316"/>
          </a:xfrm>
        </p:spPr>
        <p:txBody>
          <a:bodyPr anchor="t"/>
          <a:lstStyle>
            <a:lvl1pPr marL="0" indent="0">
              <a:buNone/>
              <a:defRPr sz="11338"/>
            </a:lvl1pPr>
            <a:lvl2pPr marL="1619951" indent="0">
              <a:buNone/>
              <a:defRPr sz="9921"/>
            </a:lvl2pPr>
            <a:lvl3pPr marL="3239902" indent="0">
              <a:buNone/>
              <a:defRPr sz="8504"/>
            </a:lvl3pPr>
            <a:lvl4pPr marL="4859853" indent="0">
              <a:buNone/>
              <a:defRPr sz="7086"/>
            </a:lvl4pPr>
            <a:lvl5pPr marL="6479804" indent="0">
              <a:buNone/>
              <a:defRPr sz="7086"/>
            </a:lvl5pPr>
            <a:lvl6pPr marL="8099755" indent="0">
              <a:buNone/>
              <a:defRPr sz="7086"/>
            </a:lvl6pPr>
            <a:lvl7pPr marL="9719706" indent="0">
              <a:buNone/>
              <a:defRPr sz="7086"/>
            </a:lvl7pPr>
            <a:lvl8pPr marL="11339657" indent="0">
              <a:buNone/>
              <a:defRPr sz="7086"/>
            </a:lvl8pPr>
            <a:lvl9pPr marL="12959608" indent="0">
              <a:buNone/>
              <a:defRPr sz="708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231671" y="7559993"/>
            <a:ext cx="10449614" cy="14005821"/>
          </a:xfrm>
        </p:spPr>
        <p:txBody>
          <a:bodyPr/>
          <a:lstStyle>
            <a:lvl1pPr marL="0" indent="0">
              <a:buNone/>
              <a:defRPr sz="5669"/>
            </a:lvl1pPr>
            <a:lvl2pPr marL="1619951" indent="0">
              <a:buNone/>
              <a:defRPr sz="4960"/>
            </a:lvl2pPr>
            <a:lvl3pPr marL="3239902" indent="0">
              <a:buNone/>
              <a:defRPr sz="4252"/>
            </a:lvl3pPr>
            <a:lvl4pPr marL="4859853" indent="0">
              <a:buNone/>
              <a:defRPr sz="3543"/>
            </a:lvl4pPr>
            <a:lvl5pPr marL="6479804" indent="0">
              <a:buNone/>
              <a:defRPr sz="3543"/>
            </a:lvl5pPr>
            <a:lvl6pPr marL="8099755" indent="0">
              <a:buNone/>
              <a:defRPr sz="3543"/>
            </a:lvl6pPr>
            <a:lvl7pPr marL="9719706" indent="0">
              <a:buNone/>
              <a:defRPr sz="3543"/>
            </a:lvl7pPr>
            <a:lvl8pPr marL="11339657" indent="0">
              <a:buNone/>
              <a:defRPr sz="3543"/>
            </a:lvl8pPr>
            <a:lvl9pPr marL="12959608" indent="0">
              <a:buNone/>
              <a:defRPr sz="3543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668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8930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185742" y="1341665"/>
            <a:ext cx="6986096" cy="21355814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27453" y="1341665"/>
            <a:ext cx="20553298" cy="21355814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6423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27451" y="1341671"/>
            <a:ext cx="27944386" cy="48708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27451" y="6708326"/>
            <a:ext cx="27944386" cy="15989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227451" y="23356649"/>
            <a:ext cx="7289840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C65EF0-2E7B-4047-B95B-8A1ED9DB78AD}" type="datetimeFigureOut">
              <a:rPr kumimoji="1" lang="ja-JP" altLang="en-US" smtClean="0"/>
              <a:t>2026/8/10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732264" y="23356649"/>
            <a:ext cx="10934760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2881997" y="23356649"/>
            <a:ext cx="7289840" cy="134166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25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32118A-639C-FD4B-BFBE-B10E535AE90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153582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239902" rtl="0" eaLnBrk="1" latinLnBrk="0" hangingPunct="1">
        <a:lnSpc>
          <a:spcPct val="90000"/>
        </a:lnSpc>
        <a:spcBef>
          <a:spcPct val="0"/>
        </a:spcBef>
        <a:buNone/>
        <a:defRPr kumimoji="1" sz="155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809976" indent="-809976" algn="l" defTabSz="3239902" rtl="0" eaLnBrk="1" latinLnBrk="0" hangingPunct="1">
        <a:lnSpc>
          <a:spcPct val="90000"/>
        </a:lnSpc>
        <a:spcBef>
          <a:spcPts val="3543"/>
        </a:spcBef>
        <a:buFont typeface="Arial" panose="020B0604020202020204" pitchFamily="34" charset="0"/>
        <a:buChar char="•"/>
        <a:defRPr kumimoji="1" sz="9921" kern="1200">
          <a:solidFill>
            <a:schemeClr val="tx1"/>
          </a:solidFill>
          <a:latin typeface="+mn-lt"/>
          <a:ea typeface="+mn-ea"/>
          <a:cs typeface="+mn-cs"/>
        </a:defRPr>
      </a:lvl1pPr>
      <a:lvl2pPr marL="2429927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8504" kern="1200">
          <a:solidFill>
            <a:schemeClr val="tx1"/>
          </a:solidFill>
          <a:latin typeface="+mn-lt"/>
          <a:ea typeface="+mn-ea"/>
          <a:cs typeface="+mn-cs"/>
        </a:defRPr>
      </a:lvl2pPr>
      <a:lvl3pPr marL="4049878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7086" kern="1200">
          <a:solidFill>
            <a:schemeClr val="tx1"/>
          </a:solidFill>
          <a:latin typeface="+mn-lt"/>
          <a:ea typeface="+mn-ea"/>
          <a:cs typeface="+mn-cs"/>
        </a:defRPr>
      </a:lvl3pPr>
      <a:lvl4pPr marL="5669829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7289780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909731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10529682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2149633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3769584" indent="-809976" algn="l" defTabSz="3239902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1pPr>
      <a:lvl2pPr marL="1619951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2pPr>
      <a:lvl3pPr marL="3239902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3pPr>
      <a:lvl4pPr marL="4859853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4pPr>
      <a:lvl5pPr marL="6479804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5pPr>
      <a:lvl6pPr marL="8099755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6pPr>
      <a:lvl7pPr marL="9719706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7pPr>
      <a:lvl8pPr marL="11339657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8pPr>
      <a:lvl9pPr marL="12959608" algn="l" defTabSz="3239902" rtl="0" eaLnBrk="1" latinLnBrk="0" hangingPunct="1">
        <a:defRPr kumimoji="1" sz="637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A92508-0176-F240-F195-412575AE72F8}"/>
              </a:ext>
            </a:extLst>
          </p:cNvPr>
          <p:cNvSpPr/>
          <p:nvPr/>
        </p:nvSpPr>
        <p:spPr>
          <a:xfrm>
            <a:off x="1061644" y="1877270"/>
            <a:ext cx="30275999" cy="21384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413546A-C036-BC76-0258-18A24E495116}"/>
              </a:ext>
            </a:extLst>
          </p:cNvPr>
          <p:cNvCxnSpPr>
            <a:cxnSpLocks/>
          </p:cNvCxnSpPr>
          <p:nvPr/>
        </p:nvCxnSpPr>
        <p:spPr>
          <a:xfrm>
            <a:off x="10799644" y="5003312"/>
            <a:ext cx="10800000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A77A9C9B-B29B-A087-FB95-99A197F0045E}"/>
              </a:ext>
            </a:extLst>
          </p:cNvPr>
          <p:cNvSpPr txBox="1"/>
          <p:nvPr/>
        </p:nvSpPr>
        <p:spPr>
          <a:xfrm>
            <a:off x="14725952" y="4614147"/>
            <a:ext cx="7505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30cm</a:t>
            </a:r>
            <a:endParaRPr kumimoji="1" lang="ja-JP" altLang="en-US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5908375D-26D8-6029-AAA5-B471B9851E7A}"/>
              </a:ext>
            </a:extLst>
          </p:cNvPr>
          <p:cNvCxnSpPr>
            <a:cxnSpLocks/>
          </p:cNvCxnSpPr>
          <p:nvPr/>
        </p:nvCxnSpPr>
        <p:spPr>
          <a:xfrm flipV="1">
            <a:off x="28846600" y="12594940"/>
            <a:ext cx="0" cy="306000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F8445017-9481-2E66-44C4-A34516C26EE4}"/>
              </a:ext>
            </a:extLst>
          </p:cNvPr>
          <p:cNvSpPr txBox="1"/>
          <p:nvPr/>
        </p:nvSpPr>
        <p:spPr>
          <a:xfrm>
            <a:off x="28992123" y="14287120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8.5cm</a:t>
            </a:r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67CD967-3DF7-8CFB-25A5-070E0F76C73B}"/>
              </a:ext>
            </a:extLst>
          </p:cNvPr>
          <p:cNvSpPr txBox="1"/>
          <p:nvPr/>
        </p:nvSpPr>
        <p:spPr>
          <a:xfrm>
            <a:off x="14544290" y="13178334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61.6cm</a:t>
            </a:r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BBBA1FB-7BD0-42B7-E52F-D5920E5BC82A}"/>
              </a:ext>
            </a:extLst>
          </p:cNvPr>
          <p:cNvSpPr txBox="1"/>
          <p:nvPr/>
        </p:nvSpPr>
        <p:spPr>
          <a:xfrm>
            <a:off x="10904726" y="15308158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41.0cm</a:t>
            </a:r>
            <a:endParaRPr kumimoji="1" lang="ja-JP" altLang="en-US"/>
          </a:p>
        </p:txBody>
      </p: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359FB3F4-0517-1BDE-E11C-A77973D960B8}"/>
              </a:ext>
            </a:extLst>
          </p:cNvPr>
          <p:cNvCxnSpPr>
            <a:cxnSpLocks/>
            <a:stCxn id="4" idx="2"/>
            <a:endCxn id="4" idx="0"/>
          </p:cNvCxnSpPr>
          <p:nvPr/>
        </p:nvCxnSpPr>
        <p:spPr>
          <a:xfrm flipV="1">
            <a:off x="16199644" y="1877270"/>
            <a:ext cx="0" cy="2138400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35">
            <a:extLst>
              <a:ext uri="{FF2B5EF4-FFF2-40B4-BE49-F238E27FC236}">
                <a16:creationId xmlns:a16="http://schemas.microsoft.com/office/drawing/2014/main" id="{67A5BE59-E5BE-77E3-6759-29F643C7D880}"/>
              </a:ext>
            </a:extLst>
          </p:cNvPr>
          <p:cNvCxnSpPr>
            <a:cxnSpLocks/>
            <a:stCxn id="4" idx="3"/>
            <a:endCxn id="4" idx="1"/>
          </p:cNvCxnSpPr>
          <p:nvPr/>
        </p:nvCxnSpPr>
        <p:spPr>
          <a:xfrm flipH="1">
            <a:off x="1061644" y="12569270"/>
            <a:ext cx="3027599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2020E6E9-9AAD-94C6-B7FB-EA08DC038C65}"/>
              </a:ext>
            </a:extLst>
          </p:cNvPr>
          <p:cNvSpPr txBox="1"/>
          <p:nvPr/>
        </p:nvSpPr>
        <p:spPr>
          <a:xfrm>
            <a:off x="16278143" y="2528191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59.4cm</a:t>
            </a:r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6CF3A5A4-85B8-C25A-5716-BFFC9DE17F7A}"/>
              </a:ext>
            </a:extLst>
          </p:cNvPr>
          <p:cNvSpPr txBox="1"/>
          <p:nvPr/>
        </p:nvSpPr>
        <p:spPr>
          <a:xfrm>
            <a:off x="1251459" y="12101000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84.1cm</a:t>
            </a:r>
            <a:endParaRPr kumimoji="1" lang="ja-JP" altLang="en-US"/>
          </a:p>
        </p:txBody>
      </p: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8F320FED-9D2A-3510-64FC-B825DC591D35}"/>
              </a:ext>
            </a:extLst>
          </p:cNvPr>
          <p:cNvGrpSpPr/>
          <p:nvPr/>
        </p:nvGrpSpPr>
        <p:grpSpPr>
          <a:xfrm>
            <a:off x="5583330" y="5690677"/>
            <a:ext cx="21232629" cy="13818621"/>
            <a:chOff x="5582018" y="5651986"/>
            <a:chExt cx="21232629" cy="13818621"/>
          </a:xfrm>
        </p:grpSpPr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843178A5-383C-FF8F-5721-2EF25D5B1E7F}"/>
                </a:ext>
              </a:extLst>
            </p:cNvPr>
            <p:cNvCxnSpPr>
              <a:cxnSpLocks/>
            </p:cNvCxnSpPr>
            <p:nvPr/>
          </p:nvCxnSpPr>
          <p:spPr>
            <a:xfrm>
              <a:off x="10799644" y="19470607"/>
              <a:ext cx="10800000" cy="0"/>
            </a:xfrm>
            <a:prstGeom prst="line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円弧 6">
              <a:extLst>
                <a:ext uri="{FF2B5EF4-FFF2-40B4-BE49-F238E27FC236}">
                  <a16:creationId xmlns:a16="http://schemas.microsoft.com/office/drawing/2014/main" id="{91A98EAB-FF43-84D6-067B-C1009C9CBEBF}"/>
                </a:ext>
              </a:extLst>
            </p:cNvPr>
            <p:cNvSpPr/>
            <p:nvPr/>
          </p:nvSpPr>
          <p:spPr>
            <a:xfrm>
              <a:off x="16374647" y="5651986"/>
              <a:ext cx="10440000" cy="10440000"/>
            </a:xfrm>
            <a:prstGeom prst="arc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AB1AF129-CF1D-E761-22C9-3532036480CE}"/>
                </a:ext>
              </a:extLst>
            </p:cNvPr>
            <p:cNvCxnSpPr>
              <a:cxnSpLocks/>
            </p:cNvCxnSpPr>
            <p:nvPr/>
          </p:nvCxnSpPr>
          <p:spPr>
            <a:xfrm>
              <a:off x="10799644" y="5651988"/>
              <a:ext cx="10800000" cy="0"/>
            </a:xfrm>
            <a:prstGeom prst="line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166D26C-F924-617D-94BB-F646C228DB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82018" y="10864429"/>
              <a:ext cx="0" cy="3384000"/>
            </a:xfrm>
            <a:prstGeom prst="line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コネクタ 40">
              <a:extLst>
                <a:ext uri="{FF2B5EF4-FFF2-40B4-BE49-F238E27FC236}">
                  <a16:creationId xmlns:a16="http://schemas.microsoft.com/office/drawing/2014/main" id="{D1388E5B-7332-FE85-7F6B-1D220216EDE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814647" y="10866989"/>
              <a:ext cx="0" cy="3384000"/>
            </a:xfrm>
            <a:prstGeom prst="line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円弧 41">
              <a:extLst>
                <a:ext uri="{FF2B5EF4-FFF2-40B4-BE49-F238E27FC236}">
                  <a16:creationId xmlns:a16="http://schemas.microsoft.com/office/drawing/2014/main" id="{7E583919-6BE5-82A7-3E5C-5444DE880C21}"/>
                </a:ext>
              </a:extLst>
            </p:cNvPr>
            <p:cNvSpPr/>
            <p:nvPr/>
          </p:nvSpPr>
          <p:spPr>
            <a:xfrm flipH="1">
              <a:off x="5582018" y="5651986"/>
              <a:ext cx="10440000" cy="10440000"/>
            </a:xfrm>
            <a:prstGeom prst="arc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3" name="円弧 42">
              <a:extLst>
                <a:ext uri="{FF2B5EF4-FFF2-40B4-BE49-F238E27FC236}">
                  <a16:creationId xmlns:a16="http://schemas.microsoft.com/office/drawing/2014/main" id="{1EC0F29C-7E3A-EE0E-2CC0-8F28CDBE7BB3}"/>
                </a:ext>
              </a:extLst>
            </p:cNvPr>
            <p:cNvSpPr/>
            <p:nvPr/>
          </p:nvSpPr>
          <p:spPr>
            <a:xfrm flipV="1">
              <a:off x="16369713" y="9030607"/>
              <a:ext cx="10440000" cy="10440000"/>
            </a:xfrm>
            <a:prstGeom prst="arc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弧 43">
              <a:extLst>
                <a:ext uri="{FF2B5EF4-FFF2-40B4-BE49-F238E27FC236}">
                  <a16:creationId xmlns:a16="http://schemas.microsoft.com/office/drawing/2014/main" id="{F65A4ACC-4BE4-C51D-F772-0B9532C55A53}"/>
                </a:ext>
              </a:extLst>
            </p:cNvPr>
            <p:cNvSpPr/>
            <p:nvPr/>
          </p:nvSpPr>
          <p:spPr>
            <a:xfrm flipH="1" flipV="1">
              <a:off x="5584392" y="9030607"/>
              <a:ext cx="10440000" cy="10440000"/>
            </a:xfrm>
            <a:prstGeom prst="arc">
              <a:avLst/>
            </a:prstGeom>
            <a:ln w="93599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11796EEF-040F-281E-23A7-C5B33A9881C9}"/>
              </a:ext>
            </a:extLst>
          </p:cNvPr>
          <p:cNvCxnSpPr>
            <a:cxnSpLocks/>
          </p:cNvCxnSpPr>
          <p:nvPr/>
        </p:nvCxnSpPr>
        <p:spPr>
          <a:xfrm flipV="1">
            <a:off x="21616759" y="5690676"/>
            <a:ext cx="0" cy="522000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8469328-886E-82E2-A22F-C82A3996E54D}"/>
              </a:ext>
            </a:extLst>
          </p:cNvPr>
          <p:cNvCxnSpPr>
            <a:cxnSpLocks/>
          </p:cNvCxnSpPr>
          <p:nvPr/>
        </p:nvCxnSpPr>
        <p:spPr>
          <a:xfrm>
            <a:off x="5126639" y="13512271"/>
            <a:ext cx="22090208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D4C8A09D-5640-BC07-8473-FF5D5F657690}"/>
              </a:ext>
            </a:extLst>
          </p:cNvPr>
          <p:cNvCxnSpPr>
            <a:cxnSpLocks/>
          </p:cNvCxnSpPr>
          <p:nvPr/>
        </p:nvCxnSpPr>
        <p:spPr>
          <a:xfrm flipV="1">
            <a:off x="10807478" y="5220998"/>
            <a:ext cx="0" cy="14747884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015A674F-E030-5D94-6FED-2F885273C664}"/>
              </a:ext>
            </a:extLst>
          </p:cNvPr>
          <p:cNvCxnSpPr>
            <a:cxnSpLocks/>
          </p:cNvCxnSpPr>
          <p:nvPr/>
        </p:nvCxnSpPr>
        <p:spPr>
          <a:xfrm>
            <a:off x="21591025" y="10903120"/>
            <a:ext cx="5220000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55A24B8-5095-7EFB-A881-9FDB756457BB}"/>
              </a:ext>
            </a:extLst>
          </p:cNvPr>
          <p:cNvSpPr txBox="1"/>
          <p:nvPr/>
        </p:nvSpPr>
        <p:spPr>
          <a:xfrm>
            <a:off x="21656742" y="8651137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14.5cm</a:t>
            </a:r>
            <a:endParaRPr kumimoji="1" lang="ja-JP" altLang="en-US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F86EDED-0977-DEA4-4933-BAE9642DABD9}"/>
              </a:ext>
            </a:extLst>
          </p:cNvPr>
          <p:cNvSpPr txBox="1"/>
          <p:nvPr/>
        </p:nvSpPr>
        <p:spPr>
          <a:xfrm>
            <a:off x="23348197" y="10477222"/>
            <a:ext cx="9396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14.5cm</a:t>
            </a:r>
            <a:endParaRPr kumimoji="1" lang="ja-JP" altLang="en-US"/>
          </a:p>
        </p:txBody>
      </p: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1290BDDB-99FA-613B-B98C-97C1E8E79175}"/>
              </a:ext>
            </a:extLst>
          </p:cNvPr>
          <p:cNvCxnSpPr>
            <a:cxnSpLocks/>
          </p:cNvCxnSpPr>
          <p:nvPr/>
        </p:nvCxnSpPr>
        <p:spPr>
          <a:xfrm flipV="1">
            <a:off x="18775874" y="19041035"/>
            <a:ext cx="0" cy="93600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CC0D1BD5-DE3C-577F-95CB-2C7BAA9FE85C}"/>
              </a:ext>
            </a:extLst>
          </p:cNvPr>
          <p:cNvSpPr txBox="1"/>
          <p:nvPr/>
        </p:nvSpPr>
        <p:spPr>
          <a:xfrm>
            <a:off x="18836338" y="18575192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2.6cm</a:t>
            </a:r>
            <a:endParaRPr kumimoji="1" lang="ja-JP" altLang="en-US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3040AB51-6162-ACA7-DD8F-C2D28E474FDD}"/>
              </a:ext>
            </a:extLst>
          </p:cNvPr>
          <p:cNvGrpSpPr/>
          <p:nvPr/>
        </p:nvGrpSpPr>
        <p:grpSpPr>
          <a:xfrm>
            <a:off x="12242018" y="7629297"/>
            <a:ext cx="3960000" cy="2880000"/>
            <a:chOff x="10627433" y="7543799"/>
            <a:chExt cx="3960000" cy="28800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1D1EE9FC-647D-435F-BBF6-F6BA21BB3FFF}"/>
                </a:ext>
              </a:extLst>
            </p:cNvPr>
            <p:cNvSpPr/>
            <p:nvPr/>
          </p:nvSpPr>
          <p:spPr>
            <a:xfrm>
              <a:off x="10627433" y="7543799"/>
              <a:ext cx="3960000" cy="720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578462E9-6D17-9155-12B2-D9F8F31717D2}"/>
                </a:ext>
              </a:extLst>
            </p:cNvPr>
            <p:cNvSpPr/>
            <p:nvPr/>
          </p:nvSpPr>
          <p:spPr>
            <a:xfrm>
              <a:off x="10627433" y="7543799"/>
              <a:ext cx="3960000" cy="288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9A06467F-3798-750F-AF3E-15864798F533}"/>
              </a:ext>
            </a:extLst>
          </p:cNvPr>
          <p:cNvCxnSpPr>
            <a:cxnSpLocks/>
          </p:cNvCxnSpPr>
          <p:nvPr/>
        </p:nvCxnSpPr>
        <p:spPr>
          <a:xfrm flipV="1">
            <a:off x="15671680" y="6173724"/>
            <a:ext cx="0" cy="1455573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BB39F1C-FB7E-A533-3D82-42D8C698FA52}"/>
              </a:ext>
            </a:extLst>
          </p:cNvPr>
          <p:cNvSpPr txBox="1"/>
          <p:nvPr/>
        </p:nvSpPr>
        <p:spPr>
          <a:xfrm>
            <a:off x="15729314" y="6731617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5cm</a:t>
            </a:r>
            <a:endParaRPr kumimoji="1" lang="ja-JP" altLang="en-US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CC48DE2F-8F27-0C12-FFB1-994DE85C1027}"/>
              </a:ext>
            </a:extLst>
          </p:cNvPr>
          <p:cNvCxnSpPr>
            <a:cxnSpLocks/>
          </p:cNvCxnSpPr>
          <p:nvPr/>
        </p:nvCxnSpPr>
        <p:spPr>
          <a:xfrm flipV="1">
            <a:off x="16369418" y="7623285"/>
            <a:ext cx="0" cy="726012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C3C661D4-19D2-999F-EA47-CFC4C62E6502}"/>
              </a:ext>
            </a:extLst>
          </p:cNvPr>
          <p:cNvSpPr txBox="1"/>
          <p:nvPr/>
        </p:nvSpPr>
        <p:spPr>
          <a:xfrm>
            <a:off x="16471117" y="7854646"/>
            <a:ext cx="6270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2cm</a:t>
            </a:r>
            <a:endParaRPr kumimoji="1" lang="ja-JP" altLang="en-US"/>
          </a:p>
        </p:txBody>
      </p: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371770E4-9F94-CC89-313A-FCB8F64900FC}"/>
              </a:ext>
            </a:extLst>
          </p:cNvPr>
          <p:cNvCxnSpPr>
            <a:cxnSpLocks/>
          </p:cNvCxnSpPr>
          <p:nvPr/>
        </p:nvCxnSpPr>
        <p:spPr>
          <a:xfrm>
            <a:off x="12236557" y="8587291"/>
            <a:ext cx="3988036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0E0C8AD-34E9-DB6F-4480-B998532D71BE}"/>
              </a:ext>
            </a:extLst>
          </p:cNvPr>
          <p:cNvSpPr txBox="1"/>
          <p:nvPr/>
        </p:nvSpPr>
        <p:spPr>
          <a:xfrm>
            <a:off x="13741423" y="8683737"/>
            <a:ext cx="750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8cm</a:t>
            </a:r>
            <a:endParaRPr kumimoji="1" lang="ja-JP" altLang="en-US"/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BCADCA20-B1B7-D66F-7896-395A2B655AB6}"/>
              </a:ext>
            </a:extLst>
          </p:cNvPr>
          <p:cNvGrpSpPr/>
          <p:nvPr/>
        </p:nvGrpSpPr>
        <p:grpSpPr>
          <a:xfrm>
            <a:off x="25919644" y="15659988"/>
            <a:ext cx="4320000" cy="4320000"/>
            <a:chOff x="10627433" y="7543799"/>
            <a:chExt cx="3960000" cy="2880000"/>
          </a:xfrm>
        </p:grpSpPr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A247DB41-1A38-9F87-3819-966D5E6C42ED}"/>
                </a:ext>
              </a:extLst>
            </p:cNvPr>
            <p:cNvSpPr/>
            <p:nvPr/>
          </p:nvSpPr>
          <p:spPr>
            <a:xfrm>
              <a:off x="10627433" y="7543799"/>
              <a:ext cx="3960000" cy="480000"/>
            </a:xfrm>
            <a:prstGeom prst="rect">
              <a:avLst/>
            </a:prstGeom>
            <a:solidFill>
              <a:schemeClr val="accent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E0D1620F-A17B-3B80-97EB-63BB463F59D1}"/>
                </a:ext>
              </a:extLst>
            </p:cNvPr>
            <p:cNvSpPr/>
            <p:nvPr/>
          </p:nvSpPr>
          <p:spPr>
            <a:xfrm>
              <a:off x="10627433" y="7543799"/>
              <a:ext cx="3960000" cy="2880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9CB95D0D-3D2B-6DEB-0BF4-A6447EB67FA2}"/>
              </a:ext>
            </a:extLst>
          </p:cNvPr>
          <p:cNvCxnSpPr>
            <a:cxnSpLocks/>
          </p:cNvCxnSpPr>
          <p:nvPr/>
        </p:nvCxnSpPr>
        <p:spPr>
          <a:xfrm flipV="1">
            <a:off x="4752837" y="10903120"/>
            <a:ext cx="0" cy="338400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A85CEDB4-CB92-CD3A-2AA2-F2D707C9EBAD}"/>
              </a:ext>
            </a:extLst>
          </p:cNvPr>
          <p:cNvSpPr txBox="1"/>
          <p:nvPr/>
        </p:nvSpPr>
        <p:spPr>
          <a:xfrm>
            <a:off x="3882301" y="12920579"/>
            <a:ext cx="816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9.4cm</a:t>
            </a:r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DD213996-97F4-F33D-77C3-9F06B1EE82C6}"/>
              </a:ext>
            </a:extLst>
          </p:cNvPr>
          <p:cNvSpPr txBox="1"/>
          <p:nvPr/>
        </p:nvSpPr>
        <p:spPr>
          <a:xfrm>
            <a:off x="20906511" y="15531461"/>
            <a:ext cx="939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27cm</a:t>
            </a:r>
            <a:endParaRPr kumimoji="1" lang="ja-JP" altLang="en-US"/>
          </a:p>
        </p:txBody>
      </p:sp>
      <p:cxnSp>
        <p:nvCxnSpPr>
          <p:cNvPr id="38" name="直線矢印コネクタ 37">
            <a:extLst>
              <a:ext uri="{FF2B5EF4-FFF2-40B4-BE49-F238E27FC236}">
                <a16:creationId xmlns:a16="http://schemas.microsoft.com/office/drawing/2014/main" id="{D7C9478D-09C3-4761-B980-EC923DDD9907}"/>
              </a:ext>
            </a:extLst>
          </p:cNvPr>
          <p:cNvCxnSpPr>
            <a:cxnSpLocks/>
          </p:cNvCxnSpPr>
          <p:nvPr/>
        </p:nvCxnSpPr>
        <p:spPr>
          <a:xfrm>
            <a:off x="16199643" y="16029250"/>
            <a:ext cx="9720001" cy="0"/>
          </a:xfrm>
          <a:prstGeom prst="straightConnector1">
            <a:avLst/>
          </a:prstGeom>
          <a:ln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2A113AB-CC60-FCF7-62C4-D102936174AD}"/>
              </a:ext>
            </a:extLst>
          </p:cNvPr>
          <p:cNvSpPr txBox="1"/>
          <p:nvPr/>
        </p:nvSpPr>
        <p:spPr>
          <a:xfrm>
            <a:off x="14267054" y="9133373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壁の高さは</a:t>
            </a:r>
            <a:r>
              <a:rPr kumimoji="1" lang="en-US" altLang="ja-JP" dirty="0"/>
              <a:t>16cm</a:t>
            </a:r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CFBCEC76-3F29-09A1-DBF8-D5BE86E33A12}"/>
              </a:ext>
            </a:extLst>
          </p:cNvPr>
          <p:cNvSpPr txBox="1"/>
          <p:nvPr/>
        </p:nvSpPr>
        <p:spPr>
          <a:xfrm>
            <a:off x="27216847" y="16489964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壁の高さは</a:t>
            </a:r>
            <a:r>
              <a:rPr kumimoji="1" lang="en-US" altLang="ja-JP" dirty="0"/>
              <a:t>17cm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492366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116</TotalTime>
  <Words>24</Words>
  <Application>Microsoft Macintosh PowerPoint</Application>
  <PresentationFormat>ユーザー設定</PresentationFormat>
  <Paragraphs>16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Kuboaki Shin</dc:creator>
  <cp:lastModifiedBy>Kuboaki Shin</cp:lastModifiedBy>
  <cp:revision>5</cp:revision>
  <dcterms:created xsi:type="dcterms:W3CDTF">2026-08-09T14:02:17Z</dcterms:created>
  <dcterms:modified xsi:type="dcterms:W3CDTF">2026-08-10T06:36:29Z</dcterms:modified>
</cp:coreProperties>
</file>